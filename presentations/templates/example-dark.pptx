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Deck Dark Table">
    <a:wholeTbl>
      <a:tcTxStyle b="off">
        <a:srgbClr val="F4F7F5"/>
      </a:tcTxStyle>
      <a:tcStyle>
        <a:tcBdr>
          <a:bottom>
            <a:ln w="6350">
              <a:solidFill>
                <a:srgbClr val="28313D"/>
              </a:solidFill>
            </a:ln>
          </a:bottom>
        </a:tcBdr>
        <a:fill>
          <a:solidFill>
            <a:srgbClr val="11161E"/>
          </a:solidFill>
        </a:fill>
      </a:tcStyle>
    </a:wholeTbl>
    <a:band1H>
      <a:tcTxStyle b="off">
        <a:srgbClr val="F4F7F5"/>
      </a:tcTxStyle>
      <a:tcStyle>
        <a:fill>
          <a:solidFill>
            <a:srgbClr val="1A222C"/>
          </a:solidFill>
        </a:fill>
      </a:tcStyle>
    </a:band1H>
    <a:band2H>
      <a:tcTxStyle b="off">
        <a:srgbClr val="F4F7F5"/>
      </a:tcTxStyle>
      <a:tcStyle>
        <a:fill>
          <a:solidFill>
            <a:srgbClr val="11161E"/>
          </a:solidFill>
        </a:fill>
      </a:tcStyle>
    </a:band2H>
    <a:firstRow>
      <a:tcTxStyle b="on">
        <a:srgbClr val="080B0F"/>
      </a:tcTxStyle>
      <a:tcStyle>
        <a:fill>
          <a:solidFill>
            <a:srgbClr val="35C6E8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1261872"/>
            <a:ext cx="3840480" cy="1325880"/>
          </a:xfrm>
        </p:spPr>
        <p:txBody>
          <a:bodyPr anchor="t">
            <a:noAutofit/>
          </a:bodyPr>
          <a:lstStyle>
            <a:lvl1pPr marL="0" indent="0" algn="l">
              <a:lnSpc>
                <a:spcPct val="106000"/>
              </a:lnSpc>
              <a:buNone/>
              <a:defRPr sz="3300" b="1">
                <a:solidFill>
                  <a:srgbClr val="F4F7F5"/>
                </a:solidFill>
              </a:defRPr>
            </a:lvl1pPr>
          </a:lstStyle>
          <a:p>
            <a:pPr algn="l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352" y="2542032"/>
            <a:ext cx="4937760" cy="868680"/>
          </a:xfrm>
        </p:spPr>
        <p:txBody>
          <a:bodyPr anchor="t">
            <a:noAutofit/>
          </a:bodyPr>
          <a:lstStyle>
            <a:lvl1pPr marL="0" indent="0" algn="l">
              <a:buNone/>
              <a:defRPr sz="1400">
                <a:solidFill>
                  <a:srgbClr val="AAB3C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tatic Eyebrow (title slide)"/>
          <p:cNvSpPr txBox="1"/>
          <p:nvPr/>
        </p:nvSpPr>
        <p:spPr>
          <a:xfrm>
            <a:off x="585216" y="60350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50" b="1" cap="all" spc="40" dirty="0">
                <a:solidFill>
                  <a:srgbClr val="39A9FF"/>
                </a:solidFill>
                <a:latin typeface="Calibri"/>
              </a:rPr>
              <a:t>EXAMPLE DECK</a:t>
            </a:r>
          </a:p>
        </p:txBody>
      </p:sp>
      <p:sp>
        <p:nvSpPr>
          <p:cNvPr id="8" name="Static Card (title slide)"/>
          <p:cNvSpPr/>
          <p:nvPr/>
        </p:nvSpPr>
        <p:spPr>
          <a:xfrm>
            <a:off x="6080760" y="1078992"/>
            <a:ext cx="2377440" cy="2487168"/>
          </a:xfrm>
          <a:prstGeom prst="roundRect">
            <a:avLst>
              <a:gd name="adj" fmla="val 6000"/>
            </a:avLst>
          </a:prstGeom>
          <a:solidFill>
            <a:srgbClr val="11161E"/>
          </a:solidFill>
          <a:ln w="9525">
            <a:solidFill>
              <a:srgbClr val="28313D"/>
            </a:solidFill>
          </a:ln>
        </p:spPr>
        <p:txBody>
          <a:bodyPr/>
          <a:lstStyle/>
          <a:p/>
        </p:txBody>
      </p:sp>
      <p:sp>
        <p:nvSpPr>
          <p:cNvPr id="9" name="Card Header Tick"/>
          <p:cNvSpPr/>
          <p:nvPr/>
        </p:nvSpPr>
        <p:spPr>
          <a:xfrm>
            <a:off x="6364224" y="1362456"/>
            <a:ext cx="41148" cy="14173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10" name="Card Header"/>
          <p:cNvSpPr txBox="1"/>
          <p:nvPr/>
        </p:nvSpPr>
        <p:spPr>
          <a:xfrm>
            <a:off x="6556248" y="137160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900" b="1" cap="all" spc="60" dirty="0">
                <a:solidFill>
                  <a:srgbClr val="F2A65A"/>
                </a:solidFill>
                <a:latin typeface="Calibri"/>
              </a:rPr>
              <a:t>AGENDA</a:t>
            </a:r>
          </a:p>
        </p:txBody>
      </p:sp>
      <p:sp>
        <p:nvSpPr>
          <p:cNvPr id="11" name="Card Row 01"/>
          <p:cNvSpPr txBox="1"/>
          <p:nvPr/>
        </p:nvSpPr>
        <p:spPr>
          <a:xfrm>
            <a:off x="6400800" y="1709928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F2A65A"/>
                </a:solidFill>
                <a:latin typeface="Consolas"/>
              </a:rPr>
              <a:t>01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overview</a:t>
            </a:r>
          </a:p>
        </p:txBody>
      </p:sp>
      <p:sp>
        <p:nvSpPr>
          <p:cNvPr id="12" name="Card Row 02"/>
          <p:cNvSpPr txBox="1"/>
          <p:nvPr/>
        </p:nvSpPr>
        <p:spPr>
          <a:xfrm>
            <a:off x="6400800" y="2008022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39A9FF"/>
                </a:solidFill>
                <a:latin typeface="Consolas"/>
              </a:rPr>
              <a:t>02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context</a:t>
            </a:r>
          </a:p>
        </p:txBody>
      </p:sp>
      <p:sp>
        <p:nvSpPr>
          <p:cNvPr id="13" name="Card Row 03"/>
          <p:cNvSpPr txBox="1"/>
          <p:nvPr/>
        </p:nvSpPr>
        <p:spPr>
          <a:xfrm>
            <a:off x="6400800" y="2306116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F2A65A"/>
                </a:solidFill>
                <a:latin typeface="Consolas"/>
              </a:rPr>
              <a:t>03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approach</a:t>
            </a:r>
          </a:p>
        </p:txBody>
      </p:sp>
      <p:sp>
        <p:nvSpPr>
          <p:cNvPr id="14" name="Card Row 04"/>
          <p:cNvSpPr txBox="1"/>
          <p:nvPr/>
        </p:nvSpPr>
        <p:spPr>
          <a:xfrm>
            <a:off x="6400800" y="2604211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39A9FF"/>
                </a:solidFill>
                <a:latin typeface="Consolas"/>
              </a:rPr>
              <a:t>04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details</a:t>
            </a:r>
          </a:p>
        </p:txBody>
      </p:sp>
      <p:sp>
        <p:nvSpPr>
          <p:cNvPr id="15" name="Card Row 05"/>
          <p:cNvSpPr txBox="1"/>
          <p:nvPr/>
        </p:nvSpPr>
        <p:spPr>
          <a:xfrm>
            <a:off x="6400800" y="2902305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F2A65A"/>
                </a:solidFill>
                <a:latin typeface="Consolas"/>
              </a:rPr>
              <a:t>05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next steps</a:t>
            </a:r>
          </a:p>
        </p:txBody>
      </p:sp>
      <p:sp>
        <p:nvSpPr>
          <p:cNvPr id="16" name="Card Row 06"/>
          <p:cNvSpPr txBox="1"/>
          <p:nvPr/>
        </p:nvSpPr>
        <p:spPr>
          <a:xfrm>
            <a:off x="6400800" y="3200400"/>
            <a:ext cx="1920240" cy="2194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lang="en-US" sz="950" b="1" dirty="0">
                <a:solidFill>
                  <a:srgbClr val="39A9FF"/>
                </a:solidFill>
                <a:latin typeface="Consolas"/>
              </a:rPr>
              <a:t>06</a:t>
            </a:r>
            <a:r>
              <a:rPr lang="en-US" sz="1050" b="1" dirty="0">
                <a:solidFill>
                  <a:srgbClr val="F4F7F5"/>
                </a:solidFill>
                <a:latin typeface="Calibri"/>
              </a:rPr>
              <a:t>   summary</a:t>
            </a:r>
          </a:p>
        </p:txBody>
      </p:sp>
      <p:sp>
        <p:nvSpPr>
          <p:cNvPr id="902" name="Org Credit Line"/>
          <p:cNvSpPr txBox="1"/>
          <p:nvPr/>
        </p:nvSpPr>
        <p:spPr>
          <a:xfrm>
            <a:off x="585216" y="3810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100" b="1" cap="all" spc="200" dirty="0">
                <a:solidFill>
                  <a:srgbClr val="35C6E8"/>
                </a:solidFill>
                <a:latin typeface="Calibri"/>
              </a:rPr>
              <a:t>YOUR ORGANIZATION</a:t>
            </a:r>
          </a:p>
        </p:txBody>
      </p:sp>
      <p:sp>
        <p:nvSpPr>
          <p:cNvPr id="903" name="Presenter Line"/>
          <p:cNvSpPr txBox="1"/>
          <p:nvPr/>
        </p:nvSpPr>
        <p:spPr>
          <a:xfrm>
            <a:off x="585216" y="4090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200" spc="0" dirty="0">
                <a:solidFill>
                  <a:srgbClr val="F4F7F5"/>
                </a:solidFill>
                <a:latin typeface="Calibri"/>
              </a:rPr>
              <a:t>Presenter Name — Title</a:t>
            </a:r>
          </a:p>
        </p:txBody>
      </p:sp>
      <p:sp>
        <p:nvSpPr>
          <p:cNvPr id="904" name="Contributors Line"/>
          <p:cNvSpPr txBox="1"/>
          <p:nvPr/>
        </p:nvSpPr>
        <p:spPr>
          <a:xfrm>
            <a:off x="585216" y="4340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00" spc="0" dirty="0">
                <a:solidFill>
                  <a:srgbClr val="AAB3C2"/>
                </a:solidFill>
                <a:latin typeface="Calibri"/>
              </a:rPr>
              <a:t>contributors: your team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502920"/>
            <a:ext cx="7498079" cy="658368"/>
          </a:xfrm>
        </p:spPr>
        <p:txBody>
          <a:bodyPr>
            <a:noAutofit/>
          </a:bodyPr>
          <a:lstStyle>
            <a:lvl1pPr marL="0" indent="0" algn="l">
              <a:buNone/>
              <a:defRPr sz="2600" b="1">
                <a:solidFill>
                  <a:srgbClr val="F4F7F5"/>
                </a:solidFill>
              </a:defRPr>
            </a:lvl1pPr>
          </a:lstStyle>
          <a:p>
            <a:pPr algn="l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2" y="1481328"/>
            <a:ext cx="8092440" cy="3017520"/>
          </a:xfrm>
          <a:prstGeom prst="rect">
            <a:avLst/>
          </a:prstGeom>
          <a:noFill/>
          <a:ln>
            <a:noFill/>
          </a:ln>
        </p:spPr>
        <p:txBody>
          <a:bodyPr lIns="256032" rIns="228600" tIns="201168" bIns="201168">
            <a:noAutofit/>
          </a:bodyPr>
          <a:lstStyle>
            <a:lvl1pPr>
              <a:defRPr sz="1200">
                <a:solidFill>
                  <a:srgbClr val="F4F7F5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tatic Eyebrow (title and content)"/>
          <p:cNvSpPr txBox="1"/>
          <p:nvPr/>
        </p:nvSpPr>
        <p:spPr>
          <a:xfrm>
            <a:off x="5852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50" b="1" cap="all" spc="40" dirty="0">
                <a:solidFill>
                  <a:srgbClr val="39A9FF"/>
                </a:solidFill>
                <a:latin typeface="Calibri"/>
              </a:rPr>
              <a:t>EXAMPLE DECK</a:t>
            </a:r>
          </a:p>
        </p:txBody>
      </p:sp>
      <p:sp>
        <p:nvSpPr>
          <p:cNvPr id="8" name="Title Underline Accent (tac)"/>
          <p:cNvSpPr/>
          <p:nvPr/>
        </p:nvSpPr>
        <p:spPr>
          <a:xfrm>
            <a:off x="585216" y="1243584"/>
            <a:ext cx="640080" cy="32004"/>
          </a:xfrm>
          <a:prstGeom prst="rect">
            <a:avLst/>
          </a:prstGeom>
          <a:solidFill>
            <a:srgbClr val="39A9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502920"/>
            <a:ext cx="7498079" cy="658368"/>
          </a:xfrm>
        </p:spPr>
        <p:txBody>
          <a:bodyPr>
            <a:noAutofit/>
          </a:bodyPr>
          <a:lstStyle>
            <a:lvl1pPr marL="0" indent="0" algn="l">
              <a:buNone/>
              <a:defRPr sz="2600" b="1">
                <a:solidFill>
                  <a:srgbClr val="F4F7F5"/>
                </a:solidFill>
              </a:defRPr>
            </a:lvl1pPr>
          </a:lstStyle>
          <a:p>
            <a:pPr algn="l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5216" y="1481328"/>
            <a:ext cx="4297680" cy="2926080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rgbClr val="AAB3C2"/>
                </a:solidFill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l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240" y="1325880"/>
            <a:ext cx="3200400" cy="3063240"/>
          </a:xfrm>
          <a:prstGeom prst="roundRect">
            <a:avLst>
              <a:gd name="adj" fmla="val 6000"/>
            </a:avLst>
          </a:prstGeom>
          <a:solidFill>
            <a:srgbClr val="11161E"/>
          </a:solidFill>
          <a:ln w="9525">
            <a:solidFill>
              <a:srgbClr val="28313D"/>
            </a:solidFill>
          </a:ln>
        </p:spPr>
        <p:txBody>
          <a:bodyPr lIns="292608" rIns="228600" tIns="256032" bIns="256032">
            <a:noAutofit/>
          </a:bodyPr>
          <a:lstStyle>
            <a:lvl1pPr marL="0" indent="0" algn="l">
              <a:spcBef>
                <a:spcPts val="900"/>
              </a:spcBef>
              <a:buNone/>
              <a:defRPr sz="1300">
                <a:solidFill>
                  <a:srgbClr val="F4F7F5"/>
                </a:solidFill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l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atic Eyebrow (two content)"/>
          <p:cNvSpPr txBox="1"/>
          <p:nvPr/>
        </p:nvSpPr>
        <p:spPr>
          <a:xfrm>
            <a:off x="585216" y="2286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1050" b="1" cap="all" spc="40" dirty="0">
                <a:solidFill>
                  <a:srgbClr val="39A9FF"/>
                </a:solidFill>
                <a:latin typeface="Calibri"/>
              </a:rPr>
              <a:t>EXAMPLE DECK</a:t>
            </a:r>
          </a:p>
        </p:txBody>
      </p:sp>
      <p:sp>
        <p:nvSpPr>
          <p:cNvPr id="9" name="Title Underline Accent"/>
          <p:cNvSpPr/>
          <p:nvPr/>
        </p:nvSpPr>
        <p:spPr>
          <a:xfrm>
            <a:off x="585216" y="1243584"/>
            <a:ext cx="640080" cy="32004"/>
          </a:xfrm>
          <a:prstGeom prst="rect">
            <a:avLst/>
          </a:prstGeom>
          <a:solidFill>
            <a:srgbClr val="39A9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ccent Bar Cyan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9A9FF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8" name="Accent Bar Orange"/>
          <p:cNvSpPr/>
          <p:nvPr/>
        </p:nvSpPr>
        <p:spPr>
          <a:xfrm>
            <a:off x="0" y="45720"/>
            <a:ext cx="9144000" cy="16459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9" name="Static Footer Label"/>
          <p:cNvSpPr txBox="1"/>
          <p:nvPr/>
        </p:nvSpPr>
        <p:spPr>
          <a:xfrm>
            <a:off x="585216" y="473659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sz="900" b="1" cap="all" spc="60" dirty="0">
                <a:solidFill>
                  <a:srgbClr val="697586"/>
                </a:solidFill>
                <a:latin typeface="Calibri"/>
              </a:rPr>
              <a:t>SECTION LABEL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F4F7F5"/>
      </a:dk1>
      <a:lt1>
        <a:srgbClr val="080B0F"/>
      </a:lt1>
      <a:dk2>
        <a:srgbClr val="AAB3C2"/>
      </a:dk2>
      <a:lt2>
        <a:srgbClr val="11161E"/>
      </a:lt2>
      <a:accent1>
        <a:srgbClr val="35C6E8"/>
      </a:accent1>
      <a:accent2>
        <a:srgbClr val="F2A65A"/>
      </a:accent2>
      <a:accent3>
        <a:srgbClr val="55F78A"/>
      </a:accent3>
      <a:accent4>
        <a:srgbClr val="4FD1A1"/>
      </a:accent4>
      <a:accent5>
        <a:srgbClr val="697586"/>
      </a:accent5>
      <a:accent6>
        <a:srgbClr val="1F6B49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Deck</dc:title>
  <dc:creator>Example</dc:creator>
  <cp:keywords/>
  <cp:lastModifiedBy>Example</cp:lastModifiedBy>
  <cp:revision>2</cp:revision>
  <dcterms:created xsi:type="dcterms:W3CDTF">2026-07-19T14:19:22Z</dcterms:created>
  <dcterms:modified xsi:type="dcterms:W3CDTF">2026-07-19T18:46:48Z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>Example</vt:lpwstr>
  </property>
  <property fmtid="{D5CDD505-2E9C-101B-9397-08002B2CF9AE}" pid="3" name="biblio-config">
    <vt:lpwstr>Example</vt:lpwstr>
  </property>
  <property fmtid="{D5CDD505-2E9C-101B-9397-08002B2CF9AE}" pid="4" name="by-author">
    <vt:lpwstr>Example</vt:lpwstr>
  </property>
  <property fmtid="{D5CDD505-2E9C-101B-9397-08002B2CF9AE}" pid="5" name="date">
    <vt:lpwstr>Example</vt:lpwstr>
  </property>
  <property fmtid="{D5CDD505-2E9C-101B-9397-08002B2CF9AE}" pid="6" name="engines">
    <vt:lpwstr>Example</vt:lpwstr>
  </property>
  <property fmtid="{D5CDD505-2E9C-101B-9397-08002B2CF9AE}" pid="7" name="header-includes">
    <vt:lpwstr>Example</vt:lpwstr>
  </property>
  <property fmtid="{D5CDD505-2E9C-101B-9397-08002B2CF9AE}" pid="8" name="include-after">
    <vt:lpwstr>Example</vt:lpwstr>
  </property>
  <property fmtid="{D5CDD505-2E9C-101B-9397-08002B2CF9AE}" pid="9" name="include-before">
    <vt:lpwstr>Example</vt:lpwstr>
  </property>
  <property fmtid="{D5CDD505-2E9C-101B-9397-08002B2CF9AE}" pid="10" name="labels">
    <vt:lpwstr>Example</vt:lpwstr>
  </property>
  <property fmtid="{D5CDD505-2E9C-101B-9397-08002B2CF9AE}" pid="11" name="subtitle">
    <vt:lpwstr>Example</vt:lpwstr>
  </property>
  <property fmtid="{D5CDD505-2E9C-101B-9397-08002B2CF9AE}" pid="12" name="toc-title">
    <vt:lpwstr>Example</vt:lpwstr>
  </property>
</Properties>
</file>